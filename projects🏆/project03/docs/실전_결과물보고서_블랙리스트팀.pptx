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  <Relationship Id='rId19' Target='slides/slide14.xml' Type='http://schemas.openxmlformats.org/officeDocument/2006/relationships/slide' />
  <Relationship Id='rId20' Target='slides/slide15.xml' Type='http://schemas.openxmlformats.org/officeDocument/2006/relationships/slide' />
  <Relationship Id='rId21' Target='slides/slide16.xml' Type='http://schemas.openxmlformats.org/officeDocument/2006/relationships/slide' />
  <Relationship Id='rId22' Target='slides/slide17.xml' Type='http://schemas.openxmlformats.org/officeDocument/2006/relationships/slide' />
  <Relationship Id='rId23' Target='slides/slide18.xml' Type='http://schemas.openxmlformats.org/officeDocument/2006/relationships/slide' />
  <Relationship Id='rId24' Target='slides/slide19.xml' Type='http://schemas.openxmlformats.org/officeDocument/2006/relationships/slide' />
  <Relationship Id='rId25' Target='slides/slide20.xml' Type='http://schemas.openxmlformats.org/officeDocument/2006/relationships/slide' />
  <Relationship Id='rId26' Target='slides/slide21.xml' Type='http://schemas.openxmlformats.org/officeDocument/2006/relationships/slide' />
  <Relationship Id='rId27' Target='slides/slide22.xml' Type='http://schemas.openxmlformats.org/officeDocument/2006/relationships/slide' />
  <Relationship Id='rId28' Target='slides/slide23.xml' Type='http://schemas.openxmlformats.org/officeDocument/2006/relationships/slide' />
  <Relationship Id='rId29' Target='slides/slide24.xml' Type='http://schemas.openxmlformats.org/officeDocument/2006/relationships/slide' />
  <Relationship Id='rId30' Target='slides/slide25.xml' Type='http://schemas.openxmlformats.org/officeDocument/2006/relationships/slide' />
  <Relationship Id='rId31' Target='slides/slide26.xml' Type='http://schemas.openxmlformats.org/officeDocument/2006/relationships/slide' />
  <Relationship Id='rId32' Target='slides/slide27.xml' Type='http://schemas.openxmlformats.org/officeDocument/2006/relationships/slide' />
  <Relationship Id='rId33' Target='slides/slide28.xml' Type='http://schemas.openxmlformats.org/officeDocument/2006/relationships/slide' />
  <Relationship Id='rId34' Target='slides/slide29.xml' Type='http://schemas.openxmlformats.org/officeDocument/2006/relationships/slide' />
  <Relationship Id='rId35' Target='slides/slide30.xml' Type='http://schemas.openxmlformats.org/officeDocument/2006/relationships/slide' />
  <Relationship Id='rId36' Target='slides/slide31.xml' Type='http://schemas.openxmlformats.org/officeDocument/2006/relationships/slide' />
  <Relationship Id='rId37' Target='slides/slide32.xml' Type='http://schemas.openxmlformats.org/officeDocument/2006/relationships/slide' />
  <Relationship Id='rId38' Target='slides/slide33.xml' Type='http://schemas.openxmlformats.org/officeDocument/2006/relationships/slide' />
  <Relationship Id='rId39' Target='slides/slide34.xml' Type='http://schemas.openxmlformats.org/officeDocument/2006/relationships/slide' />
  <Relationship Id='rId40' Target='slides/slide35.xml' Type='http://schemas.openxmlformats.org/officeDocument/2006/relationships/slide' />
  <Relationship Id='rId41' Target='slides/slide36.xml' Type='http://schemas.openxmlformats.org/officeDocument/2006/relationships/slide' />
  <Relationship Id='rId42' Target='slides/slide37.xml' Type='http://schemas.openxmlformats.org/officeDocument/2006/relationships/slide' />
  <Relationship Id='rId43' Target='slides/slide38.xml' Type='http://schemas.openxmlformats.org/officeDocument/2006/relationships/slide' />
  <Relationship Id='rId44' Target='slides/slide39.xml' Type='http://schemas.openxmlformats.org/officeDocument/2006/relationships/slide' />
  <Relationship Id='rId45' Target='slides/slide40.xml' Type='http://schemas.openxmlformats.org/officeDocument/2006/relationships/slide' />
  <Relationship Id='rId46' Target='slides/slide41.xml' Type='http://schemas.openxmlformats.org/officeDocument/2006/relationships/slide' />
  <Relationship Id='rId47' Target='slides/slide42.xml' Type='http://schemas.openxmlformats.org/officeDocument/2006/relationships/slide' />
  <Relationship Id='rId48' Target='slides/slide43.xml' Type='http://schemas.openxmlformats.org/officeDocument/2006/relationships/slide' />
  <Relationship Id='rId49' Target='slides/slide44.xml' Type='http://schemas.openxmlformats.org/officeDocument/2006/relationships/slide' />
  <Relationship Id='rId50' Target='slides/slide45.xml' Type='http://schemas.openxmlformats.org/officeDocument/2006/relationships/slide' />
  <Relationship Id='rId51' Target='slides/slide46.xml' Type='http://schemas.openxmlformats.org/officeDocument/2006/relationships/slide' />
  <Relationship Id='rId52' Target='slides/slide47.xml' Type='http://schemas.openxmlformats.org/officeDocument/2006/relationships/slide' />
  <Relationship Id='rId53' Target='slides/slide48.xml' Type='http://schemas.openxmlformats.org/officeDocument/2006/relationships/slide' />
  <Relationship Id='rId54' Target='slides/slide49.xml' Type='http://schemas.openxmlformats.org/officeDocument/2006/relationships/slide' />
  <Relationship Id='rId55' Target='slides/slide50.xml' Type='http://schemas.openxmlformats.org/officeDocument/2006/relationships/slide' />
  <Relationship Id='rId56' Target='slides/slide51.xml' Type='http://schemas.openxmlformats.org/officeDocument/2006/relationships/slide' />
  <Relationship Id='rId57' Target='slides/slide52.xml' Type='http://schemas.openxmlformats.org/officeDocument/2006/relationships/slide' />
  <Relationship Id='rId58' Target='slides/slide53.xml' Type='http://schemas.openxmlformats.org/officeDocument/2006/relationships/slide' />
  <Relationship Id='rId59' Target='slides/slide54.xml' Type='http://schemas.openxmlformats.org/officeDocument/2006/relationships/slide' />
  <Relationship Id='rId60' Target='slides/slide55.xml' Type='http://schemas.openxmlformats.org/officeDocument/2006/relationships/slide' />
  <Relationship Id='rId61' Target='slides/slide56.xml' Type='http://schemas.openxmlformats.org/officeDocument/2006/relationships/slide' />
  <Relationship Id='rId62' Target='slides/slide57.xml' Type='http://schemas.openxmlformats.org/officeDocument/2006/relationships/slide' />
  <Relationship Id='rId63' Target='slides/slide58.xml' Type='http://schemas.openxmlformats.org/officeDocument/2006/relationships/slide' />
  <Relationship Id='rId64' Target='slides/slide59.xml' Type='http://schemas.openxmlformats.org/officeDocument/2006/relationships/slide' />
  <Relationship Id='rId65' Target='slides/slide60.xml' Type='http://schemas.openxmlformats.org/officeDocument/2006/relationships/slide' />
  <Relationship Id='rId66' Target='slides/slide61.xml' Type='http://schemas.openxmlformats.org/officeDocument/2006/relationships/slide' />
  <Relationship Id='rId67' Target='slides/slide62.xml' Type='http://schemas.openxmlformats.org/officeDocument/2006/relationships/slide' />
  <Relationship Id='rId68' Target='slides/slide63.xml' Type='http://schemas.openxmlformats.org/officeDocument/2006/relationships/slide' />
  <Relationship Id='rId69' Target='slides/slide64.xml' Type='http://schemas.openxmlformats.org/officeDocument/2006/relationships/slide' />
  <Relationship Id='rId70' Target='slides/slide65.xml' Type='http://schemas.openxmlformats.org/officeDocument/2006/relationships/slide' />
  <Relationship Id='rId71' Target='slides/slide66.xml' Type='http://schemas.openxmlformats.org/officeDocument/2006/relationships/slide' />
  <Relationship Id='rId72' Target='slides/slide67.xml' Type='http://schemas.openxmlformats.org/officeDocument/2006/relationships/slide' />
  <Relationship Id='rId73' Target='slides/slide68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1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9' Target='../media/image13.png' Type='http://schemas.openxmlformats.org/officeDocument/2006/relationships/image' />
</Relationships>

</file>

<file path=ppt/slides/_rels/slide1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0' Target='../media/image14.png' Type='http://schemas.openxmlformats.org/officeDocument/2006/relationships/image' />
</Relationships>

</file>

<file path=ppt/slides/_rels/slide1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1' Target='../media/image15.png' Type='http://schemas.openxmlformats.org/officeDocument/2006/relationships/image' />
</Relationships>

</file>

<file path=ppt/slides/_rels/slide1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2' Target='../media/image16.png' Type='http://schemas.openxmlformats.org/officeDocument/2006/relationships/image' />
</Relationships>

</file>

<file path=ppt/slides/_rels/slide1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3' Target='../media/image17.png' Type='http://schemas.openxmlformats.org/officeDocument/2006/relationships/image' />
</Relationships>

</file>

<file path=ppt/slides/_rels/slide1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4' Target='../media/image18.png' Type='http://schemas.openxmlformats.org/officeDocument/2006/relationships/image' />
</Relationships>

</file>

<file path=ppt/slides/_rels/slide2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5' Target='../media/image19.png' Type='http://schemas.openxmlformats.org/officeDocument/2006/relationships/image' />
</Relationships>

</file>

<file path=ppt/slides/_rels/slide2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6' Target='../media/image20.png' Type='http://schemas.openxmlformats.org/officeDocument/2006/relationships/image' />
</Relationships>

</file>

<file path=ppt/slides/_rels/slide2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7' Target='../media/image21.png' Type='http://schemas.openxmlformats.org/officeDocument/2006/relationships/image' />
</Relationships>

</file>

<file path=ppt/slides/_rels/slide2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8' Target='../media/image22.png' Type='http://schemas.openxmlformats.org/officeDocument/2006/relationships/image' />
</Relationships>

</file>

<file path=ppt/slides/_rels/slide2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9' Target='../media/image23.png' Type='http://schemas.openxmlformats.org/officeDocument/2006/relationships/image' />
</Relationships>

</file>

<file path=ppt/slides/_rels/slide2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0' Target='../media/image24.png' Type='http://schemas.openxmlformats.org/officeDocument/2006/relationships/image' />
</Relationships>

</file>

<file path=ppt/slides/_rels/slide2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1' Target='../media/image25.png' Type='http://schemas.openxmlformats.org/officeDocument/2006/relationships/image' />
</Relationships>

</file>

<file path=ppt/slides/_rels/slide2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2' Target='../media/image26.png' Type='http://schemas.openxmlformats.org/officeDocument/2006/relationships/image' />
</Relationships>

</file>

<file path=ppt/slides/_rels/slide2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3' Target='../media/image27.png' Type='http://schemas.openxmlformats.org/officeDocument/2006/relationships/image' />
</Relationships>

</file>

<file path=ppt/slides/_rels/slide2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4' Target='../media/image28.png' Type='http://schemas.openxmlformats.org/officeDocument/2006/relationships/image' />
</Relationships>

</file>

<file path=ppt/slides/_rels/slide3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5' Target='../media/image29.png' Type='http://schemas.openxmlformats.org/officeDocument/2006/relationships/image' />
</Relationships>

</file>

<file path=ppt/slides/_rels/slide3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6' Target='../media/image30.png' Type='http://schemas.openxmlformats.org/officeDocument/2006/relationships/image' />
</Relationships>

</file>

<file path=ppt/slides/_rels/slide3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7' Target='../media/image31.png' Type='http://schemas.openxmlformats.org/officeDocument/2006/relationships/image' />
</Relationships>

</file>

<file path=ppt/slides/_rels/slide3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8' Target='../media/image32.png' Type='http://schemas.openxmlformats.org/officeDocument/2006/relationships/image' />
</Relationships>

</file>

<file path=ppt/slides/_rels/slide3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9' Target='../media/image33.png' Type='http://schemas.openxmlformats.org/officeDocument/2006/relationships/image' />
</Relationships>

</file>

<file path=ppt/slides/_rels/slide3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40' Target='../media/image34.png' Type='http://schemas.openxmlformats.org/officeDocument/2006/relationships/image' />
</Relationships>

</file>

<file path=ppt/slides/_rels/slide3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41' Target='../media/image35.png' Type='http://schemas.openxmlformats.org/officeDocument/2006/relationships/image' />
</Relationships>

</file>

<file path=ppt/slides/_rels/slide3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42' Target='../media/image36.png' Type='http://schemas.openxmlformats.org/officeDocument/2006/relationships/image' />
</Relationships>

</file>

<file path=ppt/slides/_rels/slide3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43' Target='../media/image37.png' Type='http://schemas.openxmlformats.org/officeDocument/2006/relationships/image' />
</Relationships>

</file>

<file path=ppt/slides/_rels/slide3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44' Target='../media/image38.png' Type='http://schemas.openxmlformats.org/officeDocument/2006/relationships/image' />
</Relationships>

</file>

<file path=ppt/slides/_rels/slide4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45' Target='../media/image39.png' Type='http://schemas.openxmlformats.org/officeDocument/2006/relationships/image' />
</Relationships>

</file>

<file path=ppt/slides/_rels/slide4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46' Target='../media/image40.png' Type='http://schemas.openxmlformats.org/officeDocument/2006/relationships/image' />
</Relationships>

</file>

<file path=ppt/slides/_rels/slide4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47' Target='../media/image41.png' Type='http://schemas.openxmlformats.org/officeDocument/2006/relationships/image' />
</Relationships>

</file>

<file path=ppt/slides/_rels/slide4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48' Target='../media/image42.png' Type='http://schemas.openxmlformats.org/officeDocument/2006/relationships/image' />
</Relationships>

</file>

<file path=ppt/slides/_rels/slide4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49' Target='../media/image43.png' Type='http://schemas.openxmlformats.org/officeDocument/2006/relationships/image' />
</Relationships>

</file>

<file path=ppt/slides/_rels/slide4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50' Target='../media/image44.png' Type='http://schemas.openxmlformats.org/officeDocument/2006/relationships/image' />
</Relationships>

</file>

<file path=ppt/slides/_rels/slide4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51' Target='../media/image45.png' Type='http://schemas.openxmlformats.org/officeDocument/2006/relationships/image' />
</Relationships>

</file>

<file path=ppt/slides/_rels/slide4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52' Target='../media/image46.png' Type='http://schemas.openxmlformats.org/officeDocument/2006/relationships/image' />
</Relationships>

</file>

<file path=ppt/slides/_rels/slide4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53' Target='../media/image47.png' Type='http://schemas.openxmlformats.org/officeDocument/2006/relationships/image' />
</Relationships>

</file>

<file path=ppt/slides/_rels/slide4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54' Target='../media/image48.png' Type='http://schemas.openxmlformats.org/officeDocument/2006/relationships/image' />
</Relationships>

</file>

<file path=ppt/slides/_rels/slide5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55' Target='../media/image49.png' Type='http://schemas.openxmlformats.org/officeDocument/2006/relationships/image' />
</Relationships>

</file>

<file path=ppt/slides/_rels/slide5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56' Target='../media/image50.png' Type='http://schemas.openxmlformats.org/officeDocument/2006/relationships/image' />
</Relationships>

</file>

<file path=ppt/slides/_rels/slide5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57' Target='../media/image51.png' Type='http://schemas.openxmlformats.org/officeDocument/2006/relationships/image' />
</Relationships>

</file>

<file path=ppt/slides/_rels/slide5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58' Target='../media/image52.png' Type='http://schemas.openxmlformats.org/officeDocument/2006/relationships/image' />
</Relationships>

</file>

<file path=ppt/slides/_rels/slide5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59' Target='../media/image53.png' Type='http://schemas.openxmlformats.org/officeDocument/2006/relationships/image' />
</Relationships>

</file>

<file path=ppt/slides/_rels/slide5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0' Target='../media/image54.png' Type='http://schemas.openxmlformats.org/officeDocument/2006/relationships/image' />
</Relationships>

</file>

<file path=ppt/slides/_rels/slide5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1' Target='../media/image55.png' Type='http://schemas.openxmlformats.org/officeDocument/2006/relationships/image' />
</Relationships>

</file>

<file path=ppt/slides/_rels/slide5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2' Target='../media/image56.png' Type='http://schemas.openxmlformats.org/officeDocument/2006/relationships/image' />
</Relationships>

</file>

<file path=ppt/slides/_rels/slide5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3' Target='../media/image57.png' Type='http://schemas.openxmlformats.org/officeDocument/2006/relationships/image' />
</Relationships>

</file>

<file path=ppt/slides/_rels/slide5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4' Target='../media/image58.png' Type='http://schemas.openxmlformats.org/officeDocument/2006/relationships/image' />
</Relationships>

</file>

<file path=ppt/slides/_rels/slide6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5' Target='../media/image59.png' Type='http://schemas.openxmlformats.org/officeDocument/2006/relationships/image' />
</Relationships>

</file>

<file path=ppt/slides/_rels/slide6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6' Target='../media/image60.png' Type='http://schemas.openxmlformats.org/officeDocument/2006/relationships/image' />
</Relationships>

</file>

<file path=ppt/slides/_rels/slide6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7' Target='../media/image61.png' Type='http://schemas.openxmlformats.org/officeDocument/2006/relationships/image' />
</Relationships>

</file>

<file path=ppt/slides/_rels/slide6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8' Target='../media/image62.png' Type='http://schemas.openxmlformats.org/officeDocument/2006/relationships/image' />
</Relationships>

</file>

<file path=ppt/slides/_rels/slide6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9' Target='../media/image63.png' Type='http://schemas.openxmlformats.org/officeDocument/2006/relationships/image' />
</Relationships>

</file>

<file path=ppt/slides/_rels/slide6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0' Target='../media/image64.png' Type='http://schemas.openxmlformats.org/officeDocument/2006/relationships/image' />
</Relationships>

</file>

<file path=ppt/slides/_rels/slide6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1' Target='../media/image65.png' Type='http://schemas.openxmlformats.org/officeDocument/2006/relationships/image' />
</Relationships>

</file>

<file path=ppt/slides/_rels/slide6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2' Target='../media/image66.png' Type='http://schemas.openxmlformats.org/officeDocument/2006/relationships/image' />
</Relationships>

</file>

<file path=ppt/slides/_rels/slide6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3' Target='../media/image67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C0325145-E925-4757-83A1-480EFBEB5F7C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15조 발표자료 (1)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C1852240-13AA-451E-83CC-865B88BF1F61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파일 만든 날짜: 2026. 1. 28. 오후 9시 1분 43초 GMT+9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-1" id="2" name="slide2">
            <a:extLst>
              <a:ext uri="{FF2B5EF4-FFF2-40B4-BE49-F238E27FC236}">
                <a16:creationId xmlns:a16="http://schemas.microsoft.com/office/drawing/2014/main" id="{606A4784-137A-4F82-B733-840D01218C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-2" id="3" name="slide3">
            <a:extLst>
              <a:ext uri="{FF2B5EF4-FFF2-40B4-BE49-F238E27FC236}">
                <a16:creationId xmlns:a16="http://schemas.microsoft.com/office/drawing/2014/main" id="{E2CFAC08-F1E8-46C7-9DFD-65812A1CBA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-3" id="4" name="slide4">
            <a:extLst>
              <a:ext uri="{FF2B5EF4-FFF2-40B4-BE49-F238E27FC236}">
                <a16:creationId xmlns:a16="http://schemas.microsoft.com/office/drawing/2014/main" id="{A01C37DE-28F1-4896-86DD-1202E9C93C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-4" id="5" name="slide5">
            <a:extLst>
              <a:ext uri="{FF2B5EF4-FFF2-40B4-BE49-F238E27FC236}">
                <a16:creationId xmlns:a16="http://schemas.microsoft.com/office/drawing/2014/main" id="{2F3F8A1F-36FE-48DA-8339-1FA50DBE7E4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-5" id="6" name="slide6">
            <a:extLst>
              <a:ext uri="{FF2B5EF4-FFF2-40B4-BE49-F238E27FC236}">
                <a16:creationId xmlns:a16="http://schemas.microsoft.com/office/drawing/2014/main" id="{5C4A665D-C7DE-4C4C-B564-E4D0E424B55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-6" id="7" name="slide7">
            <a:extLst>
              <a:ext uri="{FF2B5EF4-FFF2-40B4-BE49-F238E27FC236}">
                <a16:creationId xmlns:a16="http://schemas.microsoft.com/office/drawing/2014/main" id="{1926A30B-DA18-4E3A-93F5-EE0195824AE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-1" id="8" name="slide8">
            <a:extLst>
              <a:ext uri="{FF2B5EF4-FFF2-40B4-BE49-F238E27FC236}">
                <a16:creationId xmlns:a16="http://schemas.microsoft.com/office/drawing/2014/main" id="{8A1E78F0-7177-40C7-8EEB-AF11B07E8D1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-2" id="9" name="slide9">
            <a:extLst>
              <a:ext uri="{FF2B5EF4-FFF2-40B4-BE49-F238E27FC236}">
                <a16:creationId xmlns:a16="http://schemas.microsoft.com/office/drawing/2014/main" id="{2BCA2398-6ABA-47F3-AA74-BD9F0A2E1B0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-3" id="10" name="slide10">
            <a:extLst>
              <a:ext uri="{FF2B5EF4-FFF2-40B4-BE49-F238E27FC236}">
                <a16:creationId xmlns:a16="http://schemas.microsoft.com/office/drawing/2014/main" id="{76385F5A-151D-480D-9204-E1AB5A4C2D5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-4" id="11" name="slide11">
            <a:extLst>
              <a:ext uri="{FF2B5EF4-FFF2-40B4-BE49-F238E27FC236}">
                <a16:creationId xmlns:a16="http://schemas.microsoft.com/office/drawing/2014/main" id="{656F6B34-DBD9-4D64-A1AF-7A5BDE7E66F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-5" id="12" name="slide12">
            <a:extLst>
              <a:ext uri="{FF2B5EF4-FFF2-40B4-BE49-F238E27FC236}">
                <a16:creationId xmlns:a16="http://schemas.microsoft.com/office/drawing/2014/main" id="{892C2390-89D6-4E5A-8033-84476DA7CB3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-1" id="13" name="slide13">
            <a:extLst>
              <a:ext uri="{FF2B5EF4-FFF2-40B4-BE49-F238E27FC236}">
                <a16:creationId xmlns:a16="http://schemas.microsoft.com/office/drawing/2014/main" id="{B6A211EB-DE04-4431-A679-720591820B9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-2" id="14" name="slide14">
            <a:extLst>
              <a:ext uri="{FF2B5EF4-FFF2-40B4-BE49-F238E27FC236}">
                <a16:creationId xmlns:a16="http://schemas.microsoft.com/office/drawing/2014/main" id="{7B99AD32-4BD2-4C8F-B7B3-81EDB96DE20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-3" id="15" name="slide15">
            <a:extLst>
              <a:ext uri="{FF2B5EF4-FFF2-40B4-BE49-F238E27FC236}">
                <a16:creationId xmlns:a16="http://schemas.microsoft.com/office/drawing/2014/main" id="{63A1DF29-54CA-4A8E-99A2-16AC2C79490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-4" id="16" name="slide16">
            <a:extLst>
              <a:ext uri="{FF2B5EF4-FFF2-40B4-BE49-F238E27FC236}">
                <a16:creationId xmlns:a16="http://schemas.microsoft.com/office/drawing/2014/main" id="{518C5D03-E1FD-4903-9C97-F50B24D98AD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-5" id="17" name="slide17">
            <a:extLst>
              <a:ext uri="{FF2B5EF4-FFF2-40B4-BE49-F238E27FC236}">
                <a16:creationId xmlns:a16="http://schemas.microsoft.com/office/drawing/2014/main" id="{6B41BFFD-F47D-479A-A8C8-EB67659A609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-6" id="18" name="slide18">
            <a:extLst>
              <a:ext uri="{FF2B5EF4-FFF2-40B4-BE49-F238E27FC236}">
                <a16:creationId xmlns:a16="http://schemas.microsoft.com/office/drawing/2014/main" id="{0B014E9E-19E1-457A-9003-8CA93C70819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-7" id="19" name="slide19">
            <a:extLst>
              <a:ext uri="{FF2B5EF4-FFF2-40B4-BE49-F238E27FC236}">
                <a16:creationId xmlns:a16="http://schemas.microsoft.com/office/drawing/2014/main" id="{03ED5AAC-917C-4B21-8B16-FFE02D09978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-8" id="20" name="slide20">
            <a:extLst>
              <a:ext uri="{FF2B5EF4-FFF2-40B4-BE49-F238E27FC236}">
                <a16:creationId xmlns:a16="http://schemas.microsoft.com/office/drawing/2014/main" id="{EE7925A3-A34C-42D3-ADE7-96803C1188F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-9" id="21" name="slide21">
            <a:extLst>
              <a:ext uri="{FF2B5EF4-FFF2-40B4-BE49-F238E27FC236}">
                <a16:creationId xmlns:a16="http://schemas.microsoft.com/office/drawing/2014/main" id="{E93BD770-9A0F-4DE3-963D-B29A754D768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-10" id="22" name="slide22">
            <a:extLst>
              <a:ext uri="{FF2B5EF4-FFF2-40B4-BE49-F238E27FC236}">
                <a16:creationId xmlns:a16="http://schemas.microsoft.com/office/drawing/2014/main" id="{A54AAA51-EBA6-4BF3-8F73-8DD3F486BDF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-11" id="23" name="slide23">
            <a:extLst>
              <a:ext uri="{FF2B5EF4-FFF2-40B4-BE49-F238E27FC236}">
                <a16:creationId xmlns:a16="http://schemas.microsoft.com/office/drawing/2014/main" id="{BCF09B17-9BFE-459C-9191-62966A8DB138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-12" id="24" name="slide24">
            <a:extLst>
              <a:ext uri="{FF2B5EF4-FFF2-40B4-BE49-F238E27FC236}">
                <a16:creationId xmlns:a16="http://schemas.microsoft.com/office/drawing/2014/main" id="{C747EC19-9D3D-4C27-B22A-093BF7745B9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-1" id="25" name="slide25">
            <a:extLst>
              <a:ext uri="{FF2B5EF4-FFF2-40B4-BE49-F238E27FC236}">
                <a16:creationId xmlns:a16="http://schemas.microsoft.com/office/drawing/2014/main" id="{89FE225F-5436-46A2-B7F2-92F1090FE46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-2" id="26" name="slide26">
            <a:extLst>
              <a:ext uri="{FF2B5EF4-FFF2-40B4-BE49-F238E27FC236}">
                <a16:creationId xmlns:a16="http://schemas.microsoft.com/office/drawing/2014/main" id="{F18D5348-7FAA-4044-9BB0-10E9654846E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대시보드-1" id="27" name="slide27">
            <a:extLst>
              <a:ext uri="{FF2B5EF4-FFF2-40B4-BE49-F238E27FC236}">
                <a16:creationId xmlns:a16="http://schemas.microsoft.com/office/drawing/2014/main" id="{07073F50-2186-4F88-8D6D-720BD4DDA05B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대시보드-2" id="28" name="slide28">
            <a:extLst>
              <a:ext uri="{FF2B5EF4-FFF2-40B4-BE49-F238E27FC236}">
                <a16:creationId xmlns:a16="http://schemas.microsoft.com/office/drawing/2014/main" id="{82A2FDEA-76F2-4F3D-A06B-90E3615D0A03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대시보드-3" id="29" name="slide29">
            <a:extLst>
              <a:ext uri="{FF2B5EF4-FFF2-40B4-BE49-F238E27FC236}">
                <a16:creationId xmlns:a16="http://schemas.microsoft.com/office/drawing/2014/main" id="{DDFB406B-33BF-4376-8D9B-D97604CA7B56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-1" id="30" name="slide30">
            <a:extLst>
              <a:ext uri="{FF2B5EF4-FFF2-40B4-BE49-F238E27FC236}">
                <a16:creationId xmlns:a16="http://schemas.microsoft.com/office/drawing/2014/main" id="{6E7ABD4F-3176-4C99-8033-65DAB90BF3DA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-2" id="31" name="slide31">
            <a:extLst>
              <a:ext uri="{FF2B5EF4-FFF2-40B4-BE49-F238E27FC236}">
                <a16:creationId xmlns:a16="http://schemas.microsoft.com/office/drawing/2014/main" id="{F125C3DC-2A27-4297-B649-180E9A3BB601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-3" id="32" name="slide32">
            <a:extLst>
              <a:ext uri="{FF2B5EF4-FFF2-40B4-BE49-F238E27FC236}">
                <a16:creationId xmlns:a16="http://schemas.microsoft.com/office/drawing/2014/main" id="{979526F7-05E8-4326-9402-2CF43875B0D7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96"/>
            <a:ext cx="12192000" cy="68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_일별 매출 동향" id="33" name="slide33">
            <a:extLst>
              <a:ext uri="{FF2B5EF4-FFF2-40B4-BE49-F238E27FC236}">
                <a16:creationId xmlns:a16="http://schemas.microsoft.com/office/drawing/2014/main" id="{025A4438-A09D-42CE-A16C-9026BB524F74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90487"/>
            <a:ext cx="9867900" cy="66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_전체 매출액" id="34" name="slide34">
            <a:extLst>
              <a:ext uri="{FF2B5EF4-FFF2-40B4-BE49-F238E27FC236}">
                <a16:creationId xmlns:a16="http://schemas.microsoft.com/office/drawing/2014/main" id="{6A74131D-6C8C-40B2-88C3-C8BACF5503F0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5" y="85725"/>
            <a:ext cx="9963150" cy="66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_참여율" id="35" name="slide35">
            <a:extLst>
              <a:ext uri="{FF2B5EF4-FFF2-40B4-BE49-F238E27FC236}">
                <a16:creationId xmlns:a16="http://schemas.microsoft.com/office/drawing/2014/main" id="{AA628941-6E48-4A16-8D88-07C5FA03B989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5" y="85725"/>
            <a:ext cx="9963150" cy="66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_프로모션 달성" id="36" name="slide36">
            <a:extLst>
              <a:ext uri="{FF2B5EF4-FFF2-40B4-BE49-F238E27FC236}">
                <a16:creationId xmlns:a16="http://schemas.microsoft.com/office/drawing/2014/main" id="{AC645199-ACCF-4A35-8725-AB0AA579F598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5" y="85725"/>
            <a:ext cx="9963150" cy="66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_프로모션 매출 비중" id="37" name="slide37">
            <a:extLst>
              <a:ext uri="{FF2B5EF4-FFF2-40B4-BE49-F238E27FC236}">
                <a16:creationId xmlns:a16="http://schemas.microsoft.com/office/drawing/2014/main" id="{12353F02-0E0F-4EBB-B43B-53AB6438B3E9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5" y="85725"/>
            <a:ext cx="9963150" cy="66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_프로모션 매출액" id="38" name="slide38">
            <a:extLst>
              <a:ext uri="{FF2B5EF4-FFF2-40B4-BE49-F238E27FC236}">
                <a16:creationId xmlns:a16="http://schemas.microsoft.com/office/drawing/2014/main" id="{7A343A3E-D0F4-40CC-AC96-3B6DF2D4E66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5" y="85725"/>
            <a:ext cx="9963150" cy="66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_프로모션 수신" id="39" name="slide39">
            <a:extLst>
              <a:ext uri="{FF2B5EF4-FFF2-40B4-BE49-F238E27FC236}">
                <a16:creationId xmlns:a16="http://schemas.microsoft.com/office/drawing/2014/main" id="{FFB6638F-4289-441E-8488-7ADD705FFB26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387" y="85725"/>
            <a:ext cx="9801225" cy="66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_프로모션 참여 단계" id="40" name="slide40">
            <a:extLst>
              <a:ext uri="{FF2B5EF4-FFF2-40B4-BE49-F238E27FC236}">
                <a16:creationId xmlns:a16="http://schemas.microsoft.com/office/drawing/2014/main" id="{28DFBDC2-FC9A-49BB-B3E7-FC2E0B2C5789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522" y="0"/>
            <a:ext cx="89709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_프로모션 ROI" id="41" name="slide41">
            <a:extLst>
              <a:ext uri="{FF2B5EF4-FFF2-40B4-BE49-F238E27FC236}">
                <a16:creationId xmlns:a16="http://schemas.microsoft.com/office/drawing/2014/main" id="{A5EBED73-6104-45D0-8A46-FA7ACBEA0165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5" y="4762"/>
            <a:ext cx="8439150" cy="6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_프로모션 고객 반응 시간1" id="42" name="slide42">
            <a:extLst>
              <a:ext uri="{FF2B5EF4-FFF2-40B4-BE49-F238E27FC236}">
                <a16:creationId xmlns:a16="http://schemas.microsoft.com/office/drawing/2014/main" id="{F4C0BE7E-C5DB-4745-A479-3F71F86ABB82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950" y="14287"/>
            <a:ext cx="8420100" cy="68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_프로모션 고객 반응 시간2" id="43" name="slide43">
            <a:extLst>
              <a:ext uri="{FF2B5EF4-FFF2-40B4-BE49-F238E27FC236}">
                <a16:creationId xmlns:a16="http://schemas.microsoft.com/office/drawing/2014/main" id="{AA1692F4-D626-4DEF-AC7B-9B30A9A2D35B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950" y="14287"/>
            <a:ext cx="8420100" cy="68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_프로모션 매출액" id="44" name="slide44">
            <a:extLst>
              <a:ext uri="{FF2B5EF4-FFF2-40B4-BE49-F238E27FC236}">
                <a16:creationId xmlns:a16="http://schemas.microsoft.com/office/drawing/2014/main" id="{634BC303-E47A-4754-A213-ACF64955C67F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5" y="85725"/>
            <a:ext cx="8439150" cy="66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_프로모션 성비" id="45" name="slide45">
            <a:extLst>
              <a:ext uri="{FF2B5EF4-FFF2-40B4-BE49-F238E27FC236}">
                <a16:creationId xmlns:a16="http://schemas.microsoft.com/office/drawing/2014/main" id="{50D7A6FB-4632-4E9C-B629-82199DA0A026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14" y="0"/>
            <a:ext cx="96203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_프로모션 세대" id="46" name="slide46">
            <a:extLst>
              <a:ext uri="{FF2B5EF4-FFF2-40B4-BE49-F238E27FC236}">
                <a16:creationId xmlns:a16="http://schemas.microsoft.com/office/drawing/2014/main" id="{9F1961EC-598B-4911-A2D9-A7D514534244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525" y="219075"/>
            <a:ext cx="9886950" cy="641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_프로모션 참여" id="47" name="slide47">
            <a:extLst>
              <a:ext uri="{FF2B5EF4-FFF2-40B4-BE49-F238E27FC236}">
                <a16:creationId xmlns:a16="http://schemas.microsoft.com/office/drawing/2014/main" id="{7241521E-645E-4C17-AAF7-ECFE51EB7458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5" y="4762"/>
            <a:ext cx="8439150" cy="6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_프로모션 참여율" id="48" name="slide48">
            <a:extLst>
              <a:ext uri="{FF2B5EF4-FFF2-40B4-BE49-F238E27FC236}">
                <a16:creationId xmlns:a16="http://schemas.microsoft.com/office/drawing/2014/main" id="{5E05015B-EA9A-4891-9557-33DC67914561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2943225"/>
            <a:ext cx="986790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_프로모션 카드" id="49" name="slide49">
            <a:extLst>
              <a:ext uri="{FF2B5EF4-FFF2-40B4-BE49-F238E27FC236}">
                <a16:creationId xmlns:a16="http://schemas.microsoft.com/office/drawing/2014/main" id="{705E4AB1-5943-4FE0-B51D-7BA9EE627EA6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12" y="4762"/>
            <a:ext cx="10848975" cy="6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_프로모션 타입" id="50" name="slide50">
            <a:extLst>
              <a:ext uri="{FF2B5EF4-FFF2-40B4-BE49-F238E27FC236}">
                <a16:creationId xmlns:a16="http://schemas.microsoft.com/office/drawing/2014/main" id="{DDBC2F1C-9A79-4AF3-B067-43CD0E28FC2E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341" y="0"/>
            <a:ext cx="82333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_프로모션 퍼널" id="51" name="slide51">
            <a:extLst>
              <a:ext uri="{FF2B5EF4-FFF2-40B4-BE49-F238E27FC236}">
                <a16:creationId xmlns:a16="http://schemas.microsoft.com/office/drawing/2014/main" id="{7E551593-FB3F-4985-B76E-643575C9D34E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788" y="0"/>
            <a:ext cx="74864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_고객 고객 반응 시간" id="52" name="slide52">
            <a:extLst>
              <a:ext uri="{FF2B5EF4-FFF2-40B4-BE49-F238E27FC236}">
                <a16:creationId xmlns:a16="http://schemas.microsoft.com/office/drawing/2014/main" id="{1D71136F-B78A-4B49-A53E-1A94E8B5FE25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950" y="14287"/>
            <a:ext cx="8420100" cy="68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_고객 달성" id="53" name="slide53">
            <a:extLst>
              <a:ext uri="{FF2B5EF4-FFF2-40B4-BE49-F238E27FC236}">
                <a16:creationId xmlns:a16="http://schemas.microsoft.com/office/drawing/2014/main" id="{697EBC92-207C-48C3-866D-35E10A1F90D8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5" y="4762"/>
            <a:ext cx="8439150" cy="6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_고객 성비" id="54" name="slide54">
            <a:extLst>
              <a:ext uri="{FF2B5EF4-FFF2-40B4-BE49-F238E27FC236}">
                <a16:creationId xmlns:a16="http://schemas.microsoft.com/office/drawing/2014/main" id="{4A504E76-694C-4A58-AB92-FB85122EE7D3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615" y="0"/>
            <a:ext cx="98327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_고객 세대" id="55" name="slide55">
            <a:extLst>
              <a:ext uri="{FF2B5EF4-FFF2-40B4-BE49-F238E27FC236}">
                <a16:creationId xmlns:a16="http://schemas.microsoft.com/office/drawing/2014/main" id="{956BBAC2-F462-4BBD-BE83-A8D8213A997B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525" y="219075"/>
            <a:ext cx="9886950" cy="641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_고객 소득" id="56" name="slide56">
            <a:extLst>
              <a:ext uri="{FF2B5EF4-FFF2-40B4-BE49-F238E27FC236}">
                <a16:creationId xmlns:a16="http://schemas.microsoft.com/office/drawing/2014/main" id="{05BC8DD7-6BD8-40A3-82F3-86FECC8F0D15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154" y="0"/>
            <a:ext cx="82556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_고객 수신" id="57" name="slide57">
            <a:extLst>
              <a:ext uri="{FF2B5EF4-FFF2-40B4-BE49-F238E27FC236}">
                <a16:creationId xmlns:a16="http://schemas.microsoft.com/office/drawing/2014/main" id="{A229A72D-4406-4C38-8DD0-6B18C02ACB6E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5" y="4762"/>
            <a:ext cx="8439150" cy="6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_고객 전체 매출" id="58" name="slide58">
            <a:extLst>
              <a:ext uri="{FF2B5EF4-FFF2-40B4-BE49-F238E27FC236}">
                <a16:creationId xmlns:a16="http://schemas.microsoft.com/office/drawing/2014/main" id="{E8FC6397-6F8A-4711-985F-5376E93C3204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5" y="85725"/>
            <a:ext cx="8439150" cy="66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_고객 참여율" id="59" name="slide59">
            <a:extLst>
              <a:ext uri="{FF2B5EF4-FFF2-40B4-BE49-F238E27FC236}">
                <a16:creationId xmlns:a16="http://schemas.microsoft.com/office/drawing/2014/main" id="{E854B8F0-8313-436F-864F-C518D7CB851F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5" y="85725"/>
            <a:ext cx="8439150" cy="66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_고객 타입" id="60" name="slide60">
            <a:extLst>
              <a:ext uri="{FF2B5EF4-FFF2-40B4-BE49-F238E27FC236}">
                <a16:creationId xmlns:a16="http://schemas.microsoft.com/office/drawing/2014/main" id="{0166F149-6A0F-485B-AAEC-9BF53FBE7FBF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341" y="0"/>
            <a:ext cx="82333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_고객_인기 프로모션" id="61" name="slide61">
            <a:extLst>
              <a:ext uri="{FF2B5EF4-FFF2-40B4-BE49-F238E27FC236}">
                <a16:creationId xmlns:a16="http://schemas.microsoft.com/office/drawing/2014/main" id="{CF0CD89A-5BA5-497F-952D-503B69C1DA03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482" y="0"/>
            <a:ext cx="70450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DA_고객 행동 분포" id="62" name="slide62">
            <a:extLst>
              <a:ext uri="{FF2B5EF4-FFF2-40B4-BE49-F238E27FC236}">
                <a16:creationId xmlns:a16="http://schemas.microsoft.com/office/drawing/2014/main" id="{8D504187-0749-40C5-9512-C868F9ACB7C8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66675"/>
            <a:ext cx="9867900" cy="672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DA_성별" id="63" name="slide63">
            <a:extLst>
              <a:ext uri="{FF2B5EF4-FFF2-40B4-BE49-F238E27FC236}">
                <a16:creationId xmlns:a16="http://schemas.microsoft.com/office/drawing/2014/main" id="{697C8FC8-5D11-4114-8A8F-4972F946F528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58" y="0"/>
            <a:ext cx="103960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DA_세대" id="64" name="slide64">
            <a:extLst>
              <a:ext uri="{FF2B5EF4-FFF2-40B4-BE49-F238E27FC236}">
                <a16:creationId xmlns:a16="http://schemas.microsoft.com/office/drawing/2014/main" id="{83ADEC36-0213-4DBA-9BE9-9566C076C0A1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523" y="0"/>
            <a:ext cx="9826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DA_소득" id="65" name="slide65">
            <a:extLst>
              <a:ext uri="{FF2B5EF4-FFF2-40B4-BE49-F238E27FC236}">
                <a16:creationId xmlns:a16="http://schemas.microsoft.com/office/drawing/2014/main" id="{E9440D13-2F8B-4B58-9472-D545BABFDC62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5" y="66675"/>
            <a:ext cx="9963150" cy="672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DA_일별 매출 동향" id="66" name="slide66">
            <a:extLst>
              <a:ext uri="{FF2B5EF4-FFF2-40B4-BE49-F238E27FC236}">
                <a16:creationId xmlns:a16="http://schemas.microsoft.com/office/drawing/2014/main" id="{C3FFB9A6-BC95-45E1-B8BB-86A9E3DC7130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5" y="66675"/>
            <a:ext cx="9963150" cy="672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DA_통계3" id="67" name="slide67">
            <a:extLst>
              <a:ext uri="{FF2B5EF4-FFF2-40B4-BE49-F238E27FC236}">
                <a16:creationId xmlns:a16="http://schemas.microsoft.com/office/drawing/2014/main" id="{FDA5BDD7-207C-4E4A-B625-325AFB6FBCDD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557" y="0"/>
            <a:ext cx="97728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DA_퍼널" id="68" name="slide68">
            <a:extLst>
              <a:ext uri="{FF2B5EF4-FFF2-40B4-BE49-F238E27FC236}">
                <a16:creationId xmlns:a16="http://schemas.microsoft.com/office/drawing/2014/main" id="{BBD28AAC-4EBB-425C-BEE4-2021B3B51EEA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223" y="0"/>
            <a:ext cx="89235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68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2026-01-28T12:01:52Z</dcterms:created>
  <dcterms:modified xsi:type="dcterms:W3CDTF">2026-01-28T12:01:52Z</dcterms:modified>
</cp:coreProperties>
</file>